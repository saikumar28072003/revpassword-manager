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sldIdLst>
    <p:sldId id="278" r:id="rId5"/>
    <p:sldId id="279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5" r:id="rId16"/>
    <p:sldId id="296" r:id="rId17"/>
    <p:sldId id="297" r:id="rId18"/>
    <p:sldId id="298" r:id="rId19"/>
    <p:sldId id="292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7648CB0-FF81-4A9D-AFD7-AA8A8B405D39}">
          <p14:sldIdLst>
            <p14:sldId id="278"/>
            <p14:sldId id="279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5"/>
            <p14:sldId id="296"/>
            <p14:sldId id="297"/>
            <p14:sldId id="298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yala sai kumar" userId="4a33b8073283d5c1" providerId="LiveId" clId="{9EF87A3D-D553-47D2-86C4-D0624660F7CD}"/>
    <pc:docChg chg="undo custSel addSld delSld modSld modSection">
      <pc:chgData name="vayala sai kumar" userId="4a33b8073283d5c1" providerId="LiveId" clId="{9EF87A3D-D553-47D2-86C4-D0624660F7CD}" dt="2026-01-28T21:02:50.527" v="798" actId="20577"/>
      <pc:docMkLst>
        <pc:docMk/>
      </pc:docMkLst>
      <pc:sldChg chg="modSp mod">
        <pc:chgData name="vayala sai kumar" userId="4a33b8073283d5c1" providerId="LiveId" clId="{9EF87A3D-D553-47D2-86C4-D0624660F7CD}" dt="2026-01-28T20:56:37.355" v="583" actId="20577"/>
        <pc:sldMkLst>
          <pc:docMk/>
          <pc:sldMk cId="4167884232" sldId="278"/>
        </pc:sldMkLst>
        <pc:spChg chg="mod">
          <ac:chgData name="vayala sai kumar" userId="4a33b8073283d5c1" providerId="LiveId" clId="{9EF87A3D-D553-47D2-86C4-D0624660F7CD}" dt="2026-01-28T20:56:37.355" v="583" actId="20577"/>
          <ac:spMkLst>
            <pc:docMk/>
            <pc:sldMk cId="4167884232" sldId="278"/>
            <ac:spMk id="3" creationId="{DB93FB3F-A8D4-46D3-A1C6-C79C64563729}"/>
          </ac:spMkLst>
        </pc:spChg>
      </pc:sldChg>
      <pc:sldChg chg="modSp mod">
        <pc:chgData name="vayala sai kumar" userId="4a33b8073283d5c1" providerId="LiveId" clId="{9EF87A3D-D553-47D2-86C4-D0624660F7CD}" dt="2026-01-23T07:12:42.198" v="79" actId="20577"/>
        <pc:sldMkLst>
          <pc:docMk/>
          <pc:sldMk cId="3220235682" sldId="279"/>
        </pc:sldMkLst>
        <pc:spChg chg="mod">
          <ac:chgData name="vayala sai kumar" userId="4a33b8073283d5c1" providerId="LiveId" clId="{9EF87A3D-D553-47D2-86C4-D0624660F7CD}" dt="2026-01-23T07:12:42.198" v="79" actId="20577"/>
          <ac:spMkLst>
            <pc:docMk/>
            <pc:sldMk cId="3220235682" sldId="279"/>
            <ac:spMk id="24" creationId="{F260476B-CCA6-412B-A9C5-399C34AE6F05}"/>
          </ac:spMkLst>
        </pc:spChg>
      </pc:sldChg>
      <pc:sldChg chg="modSp mod">
        <pc:chgData name="vayala sai kumar" userId="4a33b8073283d5c1" providerId="LiveId" clId="{9EF87A3D-D553-47D2-86C4-D0624660F7CD}" dt="2026-01-23T07:13:12.426" v="80" actId="20577"/>
        <pc:sldMkLst>
          <pc:docMk/>
          <pc:sldMk cId="3693458649" sldId="283"/>
        </pc:sldMkLst>
        <pc:spChg chg="mod">
          <ac:chgData name="vayala sai kumar" userId="4a33b8073283d5c1" providerId="LiveId" clId="{9EF87A3D-D553-47D2-86C4-D0624660F7CD}" dt="2026-01-23T07:13:12.426" v="80" actId="20577"/>
          <ac:spMkLst>
            <pc:docMk/>
            <pc:sldMk cId="3693458649" sldId="283"/>
            <ac:spMk id="24" creationId="{E4673075-B94F-A4F3-A915-D6D943BBD568}"/>
          </ac:spMkLst>
        </pc:spChg>
      </pc:sldChg>
      <pc:sldChg chg="modSp mod">
        <pc:chgData name="vayala sai kumar" userId="4a33b8073283d5c1" providerId="LiveId" clId="{9EF87A3D-D553-47D2-86C4-D0624660F7CD}" dt="2026-01-28T20:59:36.251" v="676" actId="20577"/>
        <pc:sldMkLst>
          <pc:docMk/>
          <pc:sldMk cId="463983938" sldId="285"/>
        </pc:sldMkLst>
        <pc:spChg chg="mod">
          <ac:chgData name="vayala sai kumar" userId="4a33b8073283d5c1" providerId="LiveId" clId="{9EF87A3D-D553-47D2-86C4-D0624660F7CD}" dt="2026-01-28T20:59:36.251" v="676" actId="20577"/>
          <ac:spMkLst>
            <pc:docMk/>
            <pc:sldMk cId="463983938" sldId="285"/>
            <ac:spMk id="24" creationId="{4F8E0758-589F-24DA-E30C-5FEE6CC4927C}"/>
          </ac:spMkLst>
        </pc:spChg>
      </pc:sldChg>
      <pc:sldChg chg="modSp mod">
        <pc:chgData name="vayala sai kumar" userId="4a33b8073283d5c1" providerId="LiveId" clId="{9EF87A3D-D553-47D2-86C4-D0624660F7CD}" dt="2026-01-28T21:02:50.527" v="798" actId="20577"/>
        <pc:sldMkLst>
          <pc:docMk/>
          <pc:sldMk cId="4294419187" sldId="286"/>
        </pc:sldMkLst>
        <pc:spChg chg="mod">
          <ac:chgData name="vayala sai kumar" userId="4a33b8073283d5c1" providerId="LiveId" clId="{9EF87A3D-D553-47D2-86C4-D0624660F7CD}" dt="2026-01-28T21:02:36.531" v="794" actId="14100"/>
          <ac:spMkLst>
            <pc:docMk/>
            <pc:sldMk cId="4294419187" sldId="286"/>
            <ac:spMk id="2" creationId="{8C486AE5-A28F-0A00-9303-56E9B2F12AD6}"/>
          </ac:spMkLst>
        </pc:spChg>
        <pc:spChg chg="mod">
          <ac:chgData name="vayala sai kumar" userId="4a33b8073283d5c1" providerId="LiveId" clId="{9EF87A3D-D553-47D2-86C4-D0624660F7CD}" dt="2026-01-28T21:02:50.527" v="798" actId="20577"/>
          <ac:spMkLst>
            <pc:docMk/>
            <pc:sldMk cId="4294419187" sldId="286"/>
            <ac:spMk id="24" creationId="{096E4152-03F8-36DA-C718-4FEFA97AC616}"/>
          </ac:spMkLst>
        </pc:spChg>
      </pc:sldChg>
      <pc:sldChg chg="modSp mod">
        <pc:chgData name="vayala sai kumar" userId="4a33b8073283d5c1" providerId="LiveId" clId="{9EF87A3D-D553-47D2-86C4-D0624660F7CD}" dt="2026-01-23T07:12:17.432" v="78" actId="20577"/>
        <pc:sldMkLst>
          <pc:docMk/>
          <pc:sldMk cId="1895158313" sldId="288"/>
        </pc:sldMkLst>
        <pc:spChg chg="mod">
          <ac:chgData name="vayala sai kumar" userId="4a33b8073283d5c1" providerId="LiveId" clId="{9EF87A3D-D553-47D2-86C4-D0624660F7CD}" dt="2026-01-23T07:12:17.432" v="78" actId="20577"/>
          <ac:spMkLst>
            <pc:docMk/>
            <pc:sldMk cId="1895158313" sldId="288"/>
            <ac:spMk id="24" creationId="{A7901660-560B-54CD-8BAE-E150AD70905C}"/>
          </ac:spMkLst>
        </pc:spChg>
      </pc:sldChg>
      <pc:sldChg chg="modSp mod">
        <pc:chgData name="vayala sai kumar" userId="4a33b8073283d5c1" providerId="LiveId" clId="{9EF87A3D-D553-47D2-86C4-D0624660F7CD}" dt="2026-01-23T07:15:28.288" v="113" actId="20577"/>
        <pc:sldMkLst>
          <pc:docMk/>
          <pc:sldMk cId="2870481011" sldId="289"/>
        </pc:sldMkLst>
        <pc:spChg chg="mod">
          <ac:chgData name="vayala sai kumar" userId="4a33b8073283d5c1" providerId="LiveId" clId="{9EF87A3D-D553-47D2-86C4-D0624660F7CD}" dt="2026-01-23T07:15:28.288" v="113" actId="20577"/>
          <ac:spMkLst>
            <pc:docMk/>
            <pc:sldMk cId="2870481011" sldId="289"/>
            <ac:spMk id="24" creationId="{C1DC1A61-1DA3-588E-6FE3-5BF93B94E64E}"/>
          </ac:spMkLst>
        </pc:spChg>
      </pc:sldChg>
      <pc:sldChg chg="modSp mod">
        <pc:chgData name="vayala sai kumar" userId="4a33b8073283d5c1" providerId="LiveId" clId="{9EF87A3D-D553-47D2-86C4-D0624660F7CD}" dt="2026-01-23T07:16:23.961" v="125" actId="20577"/>
        <pc:sldMkLst>
          <pc:docMk/>
          <pc:sldMk cId="4113683770" sldId="291"/>
        </pc:sldMkLst>
        <pc:spChg chg="mod">
          <ac:chgData name="vayala sai kumar" userId="4a33b8073283d5c1" providerId="LiveId" clId="{9EF87A3D-D553-47D2-86C4-D0624660F7CD}" dt="2026-01-23T07:16:23.961" v="125" actId="20577"/>
          <ac:spMkLst>
            <pc:docMk/>
            <pc:sldMk cId="4113683770" sldId="291"/>
            <ac:spMk id="24" creationId="{62A80383-8D11-EDC6-88DE-6C1FE5CB5274}"/>
          </ac:spMkLst>
        </pc:spChg>
      </pc:sldChg>
      <pc:sldChg chg="modSp mod">
        <pc:chgData name="vayala sai kumar" userId="4a33b8073283d5c1" providerId="LiveId" clId="{9EF87A3D-D553-47D2-86C4-D0624660F7CD}" dt="2026-01-23T07:11:42.391" v="75" actId="20577"/>
        <pc:sldMkLst>
          <pc:docMk/>
          <pc:sldMk cId="2395758268" sldId="292"/>
        </pc:sldMkLst>
        <pc:spChg chg="mod">
          <ac:chgData name="vayala sai kumar" userId="4a33b8073283d5c1" providerId="LiveId" clId="{9EF87A3D-D553-47D2-86C4-D0624660F7CD}" dt="2026-01-23T07:11:42.391" v="75" actId="20577"/>
          <ac:spMkLst>
            <pc:docMk/>
            <pc:sldMk cId="2395758268" sldId="292"/>
            <ac:spMk id="24" creationId="{398FCAD2-F444-D6C5-7EAF-2FA08454B21E}"/>
          </ac:spMkLst>
        </pc:spChg>
      </pc:sldChg>
      <pc:sldChg chg="modSp add del mod">
        <pc:chgData name="vayala sai kumar" userId="4a33b8073283d5c1" providerId="LiveId" clId="{9EF87A3D-D553-47D2-86C4-D0624660F7CD}" dt="2026-01-28T20:42:11.694" v="200" actId="47"/>
        <pc:sldMkLst>
          <pc:docMk/>
          <pc:sldMk cId="3557627087" sldId="294"/>
        </pc:sldMkLst>
        <pc:spChg chg="mod">
          <ac:chgData name="vayala sai kumar" userId="4a33b8073283d5c1" providerId="LiveId" clId="{9EF87A3D-D553-47D2-86C4-D0624660F7CD}" dt="2026-01-28T20:38:22.944" v="128" actId="27636"/>
          <ac:spMkLst>
            <pc:docMk/>
            <pc:sldMk cId="3557627087" sldId="294"/>
            <ac:spMk id="2" creationId="{462E3504-C012-23E6-7928-877D45D083A1}"/>
          </ac:spMkLst>
        </pc:spChg>
      </pc:sldChg>
      <pc:sldChg chg="addSp delSp modSp add mod">
        <pc:chgData name="vayala sai kumar" userId="4a33b8073283d5c1" providerId="LiveId" clId="{9EF87A3D-D553-47D2-86C4-D0624660F7CD}" dt="2026-01-28T20:41:45.593" v="199" actId="20577"/>
        <pc:sldMkLst>
          <pc:docMk/>
          <pc:sldMk cId="703311270" sldId="295"/>
        </pc:sldMkLst>
        <pc:spChg chg="mod">
          <ac:chgData name="vayala sai kumar" userId="4a33b8073283d5c1" providerId="LiveId" clId="{9EF87A3D-D553-47D2-86C4-D0624660F7CD}" dt="2026-01-28T20:41:12.661" v="196" actId="14100"/>
          <ac:spMkLst>
            <pc:docMk/>
            <pc:sldMk cId="703311270" sldId="295"/>
            <ac:spMk id="2" creationId="{1E789016-A9C7-EB2E-2A71-44813E64DF9D}"/>
          </ac:spMkLst>
        </pc:spChg>
        <pc:spChg chg="add mod">
          <ac:chgData name="vayala sai kumar" userId="4a33b8073283d5c1" providerId="LiveId" clId="{9EF87A3D-D553-47D2-86C4-D0624660F7CD}" dt="2026-01-28T20:39:54.198" v="177"/>
          <ac:spMkLst>
            <pc:docMk/>
            <pc:sldMk cId="703311270" sldId="295"/>
            <ac:spMk id="4" creationId="{1CBB71E5-18FD-3C3E-4BA0-5E6EBF7ECB3B}"/>
          </ac:spMkLst>
        </pc:spChg>
        <pc:spChg chg="add mod">
          <ac:chgData name="vayala sai kumar" userId="4a33b8073283d5c1" providerId="LiveId" clId="{9EF87A3D-D553-47D2-86C4-D0624660F7CD}" dt="2026-01-28T20:40:09.407" v="181"/>
          <ac:spMkLst>
            <pc:docMk/>
            <pc:sldMk cId="703311270" sldId="295"/>
            <ac:spMk id="5" creationId="{0AEF6CDC-973E-6BA4-5213-4E0D009A46EA}"/>
          </ac:spMkLst>
        </pc:spChg>
        <pc:spChg chg="add del mod">
          <ac:chgData name="vayala sai kumar" userId="4a33b8073283d5c1" providerId="LiveId" clId="{9EF87A3D-D553-47D2-86C4-D0624660F7CD}" dt="2026-01-28T20:41:45.593" v="199" actId="20577"/>
          <ac:spMkLst>
            <pc:docMk/>
            <pc:sldMk cId="703311270" sldId="295"/>
            <ac:spMk id="24" creationId="{C230093A-1057-6615-64D6-F867B79A2778}"/>
          </ac:spMkLst>
        </pc:spChg>
      </pc:sldChg>
      <pc:sldChg chg="addSp delSp modSp add mod">
        <pc:chgData name="vayala sai kumar" userId="4a33b8073283d5c1" providerId="LiveId" clId="{9EF87A3D-D553-47D2-86C4-D0624660F7CD}" dt="2026-01-28T20:44:46.022" v="276" actId="20577"/>
        <pc:sldMkLst>
          <pc:docMk/>
          <pc:sldMk cId="2536458510" sldId="296"/>
        </pc:sldMkLst>
        <pc:spChg chg="mod">
          <ac:chgData name="vayala sai kumar" userId="4a33b8073283d5c1" providerId="LiveId" clId="{9EF87A3D-D553-47D2-86C4-D0624660F7CD}" dt="2026-01-28T20:42:52.869" v="203" actId="113"/>
          <ac:spMkLst>
            <pc:docMk/>
            <pc:sldMk cId="2536458510" sldId="296"/>
            <ac:spMk id="2" creationId="{30185864-B288-4965-614D-B301C6FDB535}"/>
          </ac:spMkLst>
        </pc:spChg>
        <pc:spChg chg="add">
          <ac:chgData name="vayala sai kumar" userId="4a33b8073283d5c1" providerId="LiveId" clId="{9EF87A3D-D553-47D2-86C4-D0624660F7CD}" dt="2026-01-28T20:43:10.641" v="204"/>
          <ac:spMkLst>
            <pc:docMk/>
            <pc:sldMk cId="2536458510" sldId="296"/>
            <ac:spMk id="4" creationId="{F3AAACB7-F631-C019-9765-054168D1433F}"/>
          </ac:spMkLst>
        </pc:spChg>
        <pc:spChg chg="add mod">
          <ac:chgData name="vayala sai kumar" userId="4a33b8073283d5c1" providerId="LiveId" clId="{9EF87A3D-D553-47D2-86C4-D0624660F7CD}" dt="2026-01-28T20:43:39.128" v="207"/>
          <ac:spMkLst>
            <pc:docMk/>
            <pc:sldMk cId="2536458510" sldId="296"/>
            <ac:spMk id="5" creationId="{806E3A69-F17D-3E1B-BF9C-4FCCE5DE2ED4}"/>
          </ac:spMkLst>
        </pc:spChg>
        <pc:spChg chg="add del mod">
          <ac:chgData name="vayala sai kumar" userId="4a33b8073283d5c1" providerId="LiveId" clId="{9EF87A3D-D553-47D2-86C4-D0624660F7CD}" dt="2026-01-28T20:44:46.022" v="276" actId="20577"/>
          <ac:spMkLst>
            <pc:docMk/>
            <pc:sldMk cId="2536458510" sldId="296"/>
            <ac:spMk id="24" creationId="{7FC19C5A-C8FA-86C5-7DE4-6DC833469AF0}"/>
          </ac:spMkLst>
        </pc:spChg>
      </pc:sldChg>
      <pc:sldChg chg="addSp modSp add mod">
        <pc:chgData name="vayala sai kumar" userId="4a33b8073283d5c1" providerId="LiveId" clId="{9EF87A3D-D553-47D2-86C4-D0624660F7CD}" dt="2026-01-28T20:49:08.111" v="376" actId="113"/>
        <pc:sldMkLst>
          <pc:docMk/>
          <pc:sldMk cId="716165202" sldId="297"/>
        </pc:sldMkLst>
        <pc:spChg chg="mod">
          <ac:chgData name="vayala sai kumar" userId="4a33b8073283d5c1" providerId="LiveId" clId="{9EF87A3D-D553-47D2-86C4-D0624660F7CD}" dt="2026-01-28T20:49:08.111" v="376" actId="113"/>
          <ac:spMkLst>
            <pc:docMk/>
            <pc:sldMk cId="716165202" sldId="297"/>
            <ac:spMk id="2" creationId="{6F048919-C9BD-B014-3C0A-DFB5A4459FC2}"/>
          </ac:spMkLst>
        </pc:spChg>
        <pc:spChg chg="add">
          <ac:chgData name="vayala sai kumar" userId="4a33b8073283d5c1" providerId="LiveId" clId="{9EF87A3D-D553-47D2-86C4-D0624660F7CD}" dt="2026-01-28T20:45:47.937" v="281"/>
          <ac:spMkLst>
            <pc:docMk/>
            <pc:sldMk cId="716165202" sldId="297"/>
            <ac:spMk id="4" creationId="{95FE867D-3145-88FC-26E4-F18681ACEA57}"/>
          </ac:spMkLst>
        </pc:spChg>
        <pc:spChg chg="mod">
          <ac:chgData name="vayala sai kumar" userId="4a33b8073283d5c1" providerId="LiveId" clId="{9EF87A3D-D553-47D2-86C4-D0624660F7CD}" dt="2026-01-28T20:47:47.394" v="367" actId="20577"/>
          <ac:spMkLst>
            <pc:docMk/>
            <pc:sldMk cId="716165202" sldId="297"/>
            <ac:spMk id="24" creationId="{B29D6186-FB20-D66E-44E3-C5F2E8A989E8}"/>
          </ac:spMkLst>
        </pc:spChg>
      </pc:sldChg>
      <pc:sldChg chg="modSp add mod">
        <pc:chgData name="vayala sai kumar" userId="4a33b8073283d5c1" providerId="LiveId" clId="{9EF87A3D-D553-47D2-86C4-D0624660F7CD}" dt="2026-01-28T20:51:14.819" v="417"/>
        <pc:sldMkLst>
          <pc:docMk/>
          <pc:sldMk cId="3774668352" sldId="298"/>
        </pc:sldMkLst>
        <pc:spChg chg="mod">
          <ac:chgData name="vayala sai kumar" userId="4a33b8073283d5c1" providerId="LiveId" clId="{9EF87A3D-D553-47D2-86C4-D0624660F7CD}" dt="2026-01-28T20:49:26.338" v="379" actId="1076"/>
          <ac:spMkLst>
            <pc:docMk/>
            <pc:sldMk cId="3774668352" sldId="298"/>
            <ac:spMk id="2" creationId="{1121BD34-5F4C-4843-BEDF-A9D815D8E089}"/>
          </ac:spMkLst>
        </pc:spChg>
        <pc:spChg chg="mod">
          <ac:chgData name="vayala sai kumar" userId="4a33b8073283d5c1" providerId="LiveId" clId="{9EF87A3D-D553-47D2-86C4-D0624660F7CD}" dt="2026-01-28T20:51:14.819" v="417"/>
          <ac:spMkLst>
            <pc:docMk/>
            <pc:sldMk cId="3774668352" sldId="298"/>
            <ac:spMk id="24" creationId="{4A1F0ACD-E8E6-3F8B-AE92-98119F77F1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79A9-EFA1-EE6F-187F-1A3A5454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0D99D-EADC-CD0B-AFB7-CED1B000F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33BEF-5AD1-D0D8-C33C-10A78320F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F39CA-C23B-5371-DC24-DD8696730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601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F11E-A8B5-95C1-DF72-D2A59C2A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BB8CB-7B2B-A907-3723-43B5CC43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3A732-14E2-1AF7-E18B-4E5033C93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DD3B6-5776-44AD-B1B6-16C8FEB8C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329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04F2-0106-A224-D972-0F936F96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ECF00-9B15-D89C-445E-B61CE2AC4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DC3CB-DCB1-2965-9765-49D0095AB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E4454-9F2E-95F3-880B-8F3CF899F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069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EE34-46FB-1838-BA52-8C9E116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F322-4193-1D26-1785-18B86E80D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BA988-4DDF-179B-4129-2C3F3000C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9B04E-0881-BB9C-422E-9033AF89A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49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8858-6DCF-5DB3-A03D-4AAAB963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7F4BD-DEA6-F1E4-F1B1-855E6C7E7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F304C-6154-724E-046A-5330246AA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AD152-C80D-0359-2A94-13BEA7755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61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A6C9-3328-5006-2C9D-BF227E08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87E51-6019-F311-DF6A-EA279DAC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3B4C3-8636-D578-C89E-E0B835007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9CA22-801F-30FF-43A8-135597762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423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19E6-E473-C093-E6A0-9F9DEB58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266D5-1E57-F079-EF0E-F9A26359A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597B7-B3C7-AD5A-1954-1CDFFEB94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64338-54C0-CBBF-25E6-65A75D871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274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0763-2503-6604-3323-9668CA03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BAD96-CDD7-011A-BD25-7314FA641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46BE2-03AB-2CDF-3EDB-FF9CB9BB7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314E3-5BF5-657E-7ADE-9144436FA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972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7C7D-6273-80BC-C30D-611B22F6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7443D-7EBD-EFAB-2108-2711D596C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92F2C-9716-4543-E7FB-966F3CAAD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A88D-8456-BFE9-52EF-3EAD2512C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578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19FD-7BA8-F096-2FB1-AA69C86E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6276B-7FE7-2D95-4B34-B6F16F001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7DD19-1183-1218-C37A-63114A042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5FF85-13A7-72A8-E525-7C4586B8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252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A07E5-31E8-E967-040B-1800AD68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5911B-16CA-73E3-6B3D-F9AB6CF37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753C1-C3CA-5521-18E7-FA5AC3985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3B954-E472-79AF-4E76-E4F1CE6B9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374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7337-0F5B-DB99-765E-88CFA3B9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77143-4DA3-AF4D-A50A-3B73E17C2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72CFA-1D36-FA99-D6B1-669F3B6D3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18174-12DB-B22B-A7AF-91D0E9960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046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8A22-2919-D16B-E104-4CAE16F8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55286-F304-E949-967C-8E98EC3A6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2AA7B-A409-F255-10E7-00E73E27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FA2F3-EA54-8EEE-2B08-22BE14EEC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035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76C28-31CD-2646-011B-0031B38E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E1DF0-1040-81A9-6A47-41C9B4DE1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912CF-538E-702C-BE78-ACEE47411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F844E-F7F5-4978-BAB1-E7358D9D2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77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6490" y="1420485"/>
            <a:ext cx="3912022" cy="168847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/>
              <a:t>Revature  Password Manager</a:t>
            </a:r>
            <a:br>
              <a:rPr lang="en-US" sz="4000" dirty="0"/>
            </a:br>
            <a:r>
              <a:rPr lang="en-US" sz="1800" dirty="0"/>
              <a:t>Secure Console-Based Password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6490" y="3310128"/>
            <a:ext cx="3912022" cy="129844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sz="2600" b="1" dirty="0"/>
              <a:t>Technologies:</a:t>
            </a:r>
            <a:br>
              <a:rPr lang="fr-FR" dirty="0"/>
            </a:br>
            <a:r>
              <a:rPr lang="fr-FR" sz="2100" dirty="0"/>
              <a:t>Java (JDK 7), JDBC, Oracle Data base, JUnit4, Mockito, SLF4J,reload4j(Log4j backend)</a:t>
            </a:r>
            <a:endParaRPr lang="en-IN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9BE35-37C6-08A1-6884-A211ED6D7326}"/>
              </a:ext>
            </a:extLst>
          </p:cNvPr>
          <p:cNvSpPr txBox="1"/>
          <p:nvPr/>
        </p:nvSpPr>
        <p:spPr>
          <a:xfrm>
            <a:off x="8723376" y="4608576"/>
            <a:ext cx="215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Prepared By:</a:t>
            </a:r>
            <a:br>
              <a:rPr lang="en-IN" dirty="0"/>
            </a:br>
            <a:r>
              <a:rPr lang="en-IN" dirty="0"/>
              <a:t>Vayala Sai Kumar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5965" y="276774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b="1" dirty="0"/>
              <a:t>Project Overview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85000" lnSpcReduction="10000"/>
          </a:bodyPr>
          <a:lstStyle/>
          <a:p>
            <a:pPr marL="36900" indent="0">
              <a:buNone/>
            </a:pPr>
            <a:r>
              <a:rPr lang="en-US" sz="2400" b="1" dirty="0"/>
              <a:t>Rev Password Manager</a:t>
            </a:r>
            <a:r>
              <a:rPr lang="en-US" sz="2400" dirty="0"/>
              <a:t> is a secure console-based application that allows users to safely store and manage passwords for multiple online accounts.</a:t>
            </a:r>
          </a:p>
          <a:p>
            <a:pPr marL="36900" indent="0">
              <a:buNone/>
            </a:pPr>
            <a:endParaRPr lang="en-US" sz="2400" dirty="0"/>
          </a:p>
          <a:p>
            <a:pPr marL="36900" indent="0">
              <a:buNone/>
            </a:pPr>
            <a:r>
              <a:rPr lang="en-US" sz="2400" b="1" dirty="0"/>
              <a:t>The application ensures:</a:t>
            </a:r>
          </a:p>
          <a:p>
            <a:r>
              <a:rPr lang="en-US" sz="2400" dirty="0"/>
              <a:t>Strong authentication</a:t>
            </a:r>
          </a:p>
          <a:p>
            <a:r>
              <a:rPr lang="en-US" sz="2400" dirty="0"/>
              <a:t>password storage</a:t>
            </a:r>
          </a:p>
          <a:p>
            <a:r>
              <a:rPr lang="en-US" sz="2400" dirty="0"/>
              <a:t>Secure recovery mechanisms</a:t>
            </a:r>
          </a:p>
          <a:p>
            <a:r>
              <a:rPr lang="en-US" sz="2400" dirty="0"/>
              <a:t>Database-backed persistence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A8BF7-EA0A-0B57-C8C4-6F71BB96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4B2CDDC-94EF-22F0-F8AE-E5BD3F488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7F8831-40C8-A16C-0DBD-D5DABCFC7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8B114FD-AFB3-92EA-777A-3B178050C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F9A349-2B5A-78FC-DB5D-ABFCFF50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5965" y="276774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b="1" dirty="0"/>
              <a:t>Problem Statement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4673075-B94F-A4F3-A915-D6D943BBD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20000"/>
          </a:bodyPr>
          <a:lstStyle/>
          <a:p>
            <a:pPr marL="36900" indent="0">
              <a:buNone/>
            </a:pPr>
            <a:r>
              <a:rPr lang="en-US" sz="2400" dirty="0"/>
              <a:t>Users often:</a:t>
            </a:r>
          </a:p>
          <a:p>
            <a:r>
              <a:rPr lang="en-US" sz="2400" dirty="0"/>
              <a:t>Reuse weak passwords</a:t>
            </a:r>
          </a:p>
          <a:p>
            <a:r>
              <a:rPr lang="en-US" sz="2400" dirty="0"/>
              <a:t>Forget passwords</a:t>
            </a:r>
          </a:p>
          <a:p>
            <a:r>
              <a:rPr lang="en-US" sz="2400" dirty="0"/>
              <a:t>Store passwords insecurely</a:t>
            </a:r>
          </a:p>
          <a:p>
            <a:pPr marL="36900" indent="0">
              <a:buNone/>
            </a:pPr>
            <a:r>
              <a:rPr lang="en-US" sz="2400" dirty="0"/>
              <a:t>This creates serious </a:t>
            </a:r>
            <a:r>
              <a:rPr lang="en-US" sz="2400" b="1" dirty="0"/>
              <a:t>security risks</a:t>
            </a:r>
            <a:r>
              <a:rPr lang="en-US" sz="2400" dirty="0"/>
              <a:t>.</a:t>
            </a:r>
          </a:p>
          <a:p>
            <a:pPr marL="36900" indent="0">
              <a:buNone/>
            </a:pPr>
            <a:endParaRPr lang="en-US" sz="2400" dirty="0"/>
          </a:p>
          <a:p>
            <a:pPr marL="36900" indent="0">
              <a:buNone/>
            </a:pPr>
            <a:r>
              <a:rPr lang="en-US" sz="2400" b="1" dirty="0"/>
              <a:t>Solution:</a:t>
            </a:r>
            <a:br>
              <a:rPr lang="en-US" sz="2400" dirty="0"/>
            </a:br>
            <a:r>
              <a:rPr lang="en-US" sz="2400" dirty="0"/>
              <a:t>A centralized, secure password manager with OTP, and recovery mechanisms.</a:t>
            </a:r>
          </a:p>
        </p:txBody>
      </p:sp>
    </p:spTree>
    <p:extLst>
      <p:ext uri="{BB962C8B-B14F-4D97-AF65-F5344CB8AC3E}">
        <p14:creationId xmlns:p14="http://schemas.microsoft.com/office/powerpoint/2010/main" val="369345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0B1B-D519-6315-DA11-93C2CB3D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608DD18-8C9E-1531-AA18-A79ACF7C5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FDC7F6-88CF-2997-9D50-CE6846F6C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08C5CDB-B6C7-91B8-DFB2-9CF4B5278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D76039-EF48-FA40-6FB7-1041C7CD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914" y="353821"/>
            <a:ext cx="4953558" cy="1090931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Core Functional Requirements</a:t>
            </a:r>
            <a:r>
              <a:rPr lang="en-US" sz="3200" b="1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79E72EA-A6A0-7660-69E9-AF9FF32D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878663"/>
          </a:xfrm>
        </p:spPr>
        <p:txBody>
          <a:bodyPr anchor="t">
            <a:normAutofit fontScale="92500" lnSpcReduction="20000"/>
          </a:bodyPr>
          <a:lstStyle/>
          <a:p>
            <a:r>
              <a:rPr lang="en-IN" sz="2400" dirty="0"/>
              <a:t>User Registration &amp; Login</a:t>
            </a:r>
          </a:p>
          <a:p>
            <a:r>
              <a:rPr lang="en-IN" sz="2400" dirty="0"/>
              <a:t>Master password protection</a:t>
            </a:r>
          </a:p>
          <a:p>
            <a:r>
              <a:rPr lang="en-IN" sz="2400" dirty="0"/>
              <a:t>Generate strong passwords</a:t>
            </a:r>
          </a:p>
          <a:p>
            <a:r>
              <a:rPr lang="en-IN" sz="2400" dirty="0"/>
              <a:t>Store multiple account credentials</a:t>
            </a:r>
          </a:p>
          <a:p>
            <a:r>
              <a:rPr lang="en-IN" sz="2400" dirty="0"/>
              <a:t>View, update, delete account passwords</a:t>
            </a:r>
          </a:p>
          <a:p>
            <a:r>
              <a:rPr lang="en-IN" sz="2400" dirty="0"/>
              <a:t>Search passwords by account name</a:t>
            </a:r>
          </a:p>
          <a:p>
            <a:r>
              <a:rPr lang="en-IN" sz="2400" dirty="0"/>
              <a:t>Security questions for recovery</a:t>
            </a:r>
          </a:p>
          <a:p>
            <a:r>
              <a:rPr lang="en-IN" sz="2400" dirty="0"/>
              <a:t>OTP verification for sensitive actions</a:t>
            </a:r>
          </a:p>
          <a:p>
            <a:r>
              <a:rPr lang="en-IN" sz="2400" dirty="0"/>
              <a:t>Forgot password recovery</a:t>
            </a:r>
          </a:p>
        </p:txBody>
      </p:sp>
    </p:spTree>
    <p:extLst>
      <p:ext uri="{BB962C8B-B14F-4D97-AF65-F5344CB8AC3E}">
        <p14:creationId xmlns:p14="http://schemas.microsoft.com/office/powerpoint/2010/main" val="429232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F0BAF-EDF0-6F96-AACA-25DFE70E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9047BE0-6B20-8FFF-91DB-9E48B934E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7D3D4-91D5-86F3-00CE-E7FA5EC97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45C62B-E488-74B1-3875-B53C4C0E7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0780A2-4D85-A0A8-1E8B-E615C89D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914" y="353821"/>
            <a:ext cx="4953558" cy="1090931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Technologies Used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F8E0758-589F-24DA-E30C-5FEE6CC4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704927"/>
          </a:xfrm>
        </p:spPr>
        <p:txBody>
          <a:bodyPr anchor="t">
            <a:normAutofit fontScale="92500" lnSpcReduction="20000"/>
          </a:bodyPr>
          <a:lstStyle/>
          <a:p>
            <a:r>
              <a:rPr lang="en-IN" sz="2400" dirty="0"/>
              <a:t>Programming Language: Java (JDK 7)</a:t>
            </a:r>
          </a:p>
          <a:p>
            <a:r>
              <a:rPr lang="en-IN" sz="2400" b="1" dirty="0"/>
              <a:t>IDE:</a:t>
            </a:r>
            <a:r>
              <a:rPr lang="en-IN" sz="2400" dirty="0"/>
              <a:t> Eclipse IDE for Java Developers</a:t>
            </a:r>
          </a:p>
          <a:p>
            <a:r>
              <a:rPr lang="en-IN" sz="2400" b="1" dirty="0"/>
              <a:t>Database:</a:t>
            </a:r>
            <a:r>
              <a:rPr lang="en-IN" sz="2400" dirty="0"/>
              <a:t> Oracle Database 10g</a:t>
            </a:r>
          </a:p>
          <a:p>
            <a:r>
              <a:rPr lang="en-IN" sz="2400" b="1" dirty="0"/>
              <a:t>Connectivity:</a:t>
            </a:r>
            <a:r>
              <a:rPr lang="en-IN" sz="2400" dirty="0"/>
              <a:t> JDBC</a:t>
            </a:r>
          </a:p>
          <a:p>
            <a:r>
              <a:rPr lang="en-IN" sz="2400" b="1" dirty="0"/>
              <a:t>Architecture:</a:t>
            </a:r>
            <a:r>
              <a:rPr lang="en-IN" sz="2400" dirty="0"/>
              <a:t> Layered (DAO pattern)</a:t>
            </a:r>
          </a:p>
          <a:p>
            <a:r>
              <a:rPr lang="en-IN" sz="2400" b="1" dirty="0"/>
              <a:t>Security:</a:t>
            </a:r>
            <a:r>
              <a:rPr lang="en-IN" sz="2400" dirty="0"/>
              <a:t> OTP + Security Questions</a:t>
            </a:r>
          </a:p>
          <a:p>
            <a:r>
              <a:rPr lang="en-IN" sz="2400" b="1" dirty="0"/>
              <a:t>Testing: </a:t>
            </a:r>
            <a:r>
              <a:rPr lang="en-IN" sz="2400" dirty="0"/>
              <a:t>JUnit4 &amp; Logging(SLF4J and Log4j), Logs File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398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36138-FC36-046A-7F65-9D754A88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CF9C6C8-C570-4E8D-B0F5-B57479B88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32E29-551B-589C-EB66-11EBE93CA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1126079-0EE2-CF8F-51FF-905A95323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86AE5-A28F-0A00-9303-56E9B2F1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73153"/>
            <a:ext cx="4953558" cy="713232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Application Architecture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96E4152-03F8-36DA-C718-4FEFA97A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060704"/>
            <a:ext cx="4403596" cy="5623560"/>
          </a:xfrm>
        </p:spPr>
        <p:txBody>
          <a:bodyPr anchor="t">
            <a:normAutofit fontScale="77500" lnSpcReduction="20000"/>
          </a:bodyPr>
          <a:lstStyle/>
          <a:p>
            <a:pPr marL="36900" indent="0">
              <a:buNone/>
            </a:pPr>
            <a:r>
              <a:rPr lang="en-IN" b="1" dirty="0"/>
              <a:t>Layered Architecture:</a:t>
            </a:r>
          </a:p>
          <a:p>
            <a:pPr marL="36900" indent="0">
              <a:buNone/>
            </a:pPr>
            <a:r>
              <a:rPr lang="en-IN" b="1" dirty="0"/>
              <a:t>1. Presentation Layer</a:t>
            </a:r>
            <a:endParaRPr lang="en-IN" dirty="0"/>
          </a:p>
          <a:p>
            <a:pPr lvl="1"/>
            <a:r>
              <a:rPr lang="en-IN" dirty="0"/>
              <a:t>Console-based UI (App.java)</a:t>
            </a:r>
          </a:p>
          <a:p>
            <a:pPr marL="36900" indent="0">
              <a:buNone/>
            </a:pPr>
            <a:r>
              <a:rPr lang="en-IN" b="1" dirty="0"/>
              <a:t>2. Service Layer</a:t>
            </a:r>
            <a:endParaRPr lang="en-IN" dirty="0"/>
          </a:p>
          <a:p>
            <a:pPr lvl="1"/>
            <a:r>
              <a:rPr lang="en-IN" dirty="0"/>
              <a:t>Business logic</a:t>
            </a:r>
          </a:p>
          <a:p>
            <a:pPr lvl="1"/>
            <a:r>
              <a:rPr lang="en-IN" dirty="0"/>
              <a:t>Validation</a:t>
            </a:r>
          </a:p>
          <a:p>
            <a:pPr marL="36900" indent="0">
              <a:buNone/>
            </a:pPr>
            <a:r>
              <a:rPr lang="en-IN" b="1" dirty="0"/>
              <a:t>3. DAO Layer</a:t>
            </a:r>
            <a:endParaRPr lang="en-IN" dirty="0"/>
          </a:p>
          <a:p>
            <a:pPr lvl="1"/>
            <a:r>
              <a:rPr lang="en-IN" dirty="0"/>
              <a:t>Database operations</a:t>
            </a:r>
          </a:p>
          <a:p>
            <a:pPr lvl="1"/>
            <a:r>
              <a:rPr lang="en-IN" dirty="0"/>
              <a:t>JDBC queries</a:t>
            </a:r>
          </a:p>
          <a:p>
            <a:pPr marL="36900" indent="0">
              <a:buNone/>
            </a:pPr>
            <a:r>
              <a:rPr lang="en-IN" b="1" dirty="0"/>
              <a:t>4. Database Layer</a:t>
            </a:r>
            <a:endParaRPr lang="en-IN" dirty="0"/>
          </a:p>
          <a:p>
            <a:pPr lvl="1"/>
            <a:r>
              <a:rPr lang="en-IN" dirty="0"/>
              <a:t>Oracle 10g tables</a:t>
            </a:r>
          </a:p>
          <a:p>
            <a:pPr marL="72900" indent="0">
              <a:buNone/>
            </a:pPr>
            <a:r>
              <a:rPr lang="en-IN" b="1" dirty="0"/>
              <a:t>5.Testing Layer</a:t>
            </a:r>
          </a:p>
          <a:p>
            <a:pPr marL="792900" lvl="1" indent="-342900"/>
            <a:r>
              <a:rPr lang="en-IN" dirty="0"/>
              <a:t>Unit Testing with JUnit4</a:t>
            </a:r>
          </a:p>
          <a:p>
            <a:pPr marL="792900" lvl="1" indent="-342900"/>
            <a:r>
              <a:rPr lang="en-IN" dirty="0"/>
              <a:t>Logging (SLF4J &amp; Log4j)</a:t>
            </a:r>
          </a:p>
          <a:p>
            <a:pPr marL="792900" lvl="1" indent="-342900"/>
            <a:r>
              <a:rPr lang="en-IN" dirty="0"/>
              <a:t>Logs File</a:t>
            </a:r>
          </a:p>
          <a:p>
            <a:pPr marL="72900" indent="0">
              <a:buNone/>
            </a:pPr>
            <a:endParaRPr lang="en-IN" b="1" dirty="0"/>
          </a:p>
          <a:p>
            <a:pPr marL="369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9441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4B743-30F2-911A-9736-7C2739AA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2A5BADB-7B60-EB2C-E22E-6F1F96A2A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C7323D-8B9A-2250-A538-8AD225391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A491187-0080-FCB2-D1B1-36485BFCC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856FEC-0C3E-EC12-85B2-9DB2EDBD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3200" b="1" dirty="0"/>
              <a:t>Database Design (ER Overview)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0B1A4C-4C97-EF32-9240-5E3E625A1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549479"/>
          </a:xfrm>
        </p:spPr>
        <p:txBody>
          <a:bodyPr anchor="t">
            <a:normAutofit fontScale="92500"/>
          </a:bodyPr>
          <a:lstStyle/>
          <a:p>
            <a:pPr marL="36900" indent="0">
              <a:buNone/>
            </a:pPr>
            <a:r>
              <a:rPr lang="en-US" b="1" dirty="0"/>
              <a:t>Tables Used:</a:t>
            </a:r>
            <a:endParaRPr lang="en-US" dirty="0"/>
          </a:p>
          <a:p>
            <a:r>
              <a:rPr lang="en-US" dirty="0"/>
              <a:t>USERS</a:t>
            </a:r>
          </a:p>
          <a:p>
            <a:r>
              <a:rPr lang="en-US" dirty="0"/>
              <a:t>PASSWORD_ENTRIES</a:t>
            </a:r>
          </a:p>
          <a:p>
            <a:r>
              <a:rPr lang="en-US" dirty="0"/>
              <a:t>SECURITY_QUESTIONS</a:t>
            </a:r>
          </a:p>
          <a:p>
            <a:r>
              <a:rPr lang="en-US" dirty="0"/>
              <a:t>OTP_CODES</a:t>
            </a:r>
          </a:p>
          <a:p>
            <a:pPr marL="36900" indent="0">
              <a:buNone/>
            </a:pPr>
            <a:r>
              <a:rPr lang="en-US" b="1" dirty="0"/>
              <a:t>Relationships:</a:t>
            </a:r>
            <a:endParaRPr lang="en-US" dirty="0"/>
          </a:p>
          <a:p>
            <a:r>
              <a:rPr lang="en-US" dirty="0"/>
              <a:t>One user → many passwords</a:t>
            </a:r>
          </a:p>
          <a:p>
            <a:r>
              <a:rPr lang="en-US" dirty="0"/>
              <a:t>One user → many security questions</a:t>
            </a:r>
          </a:p>
          <a:p>
            <a:r>
              <a:rPr lang="en-US" dirty="0"/>
              <a:t>OTP linked to user</a:t>
            </a:r>
          </a:p>
          <a:p>
            <a:pPr marL="369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860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BE5BA-4802-BCD0-19AA-4A1A2D8C3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9A1E24F5-E558-C09A-CE56-4330C479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28394-218B-1754-AEA5-3AE4306F3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E81D9D0-D131-3948-9343-4EACE3745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4090D-C5D2-82CD-53FF-2D020FC1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Security Implementation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7901660-560B-54CD-8BAE-E150AD70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205" y="1562945"/>
            <a:ext cx="4403596" cy="4549479"/>
          </a:xfrm>
        </p:spPr>
        <p:txBody>
          <a:bodyPr anchor="t">
            <a:normAutofit/>
          </a:bodyPr>
          <a:lstStyle/>
          <a:p>
            <a:pPr marL="72900" indent="0">
              <a:buNone/>
            </a:pPr>
            <a:r>
              <a:rPr lang="en-IN" sz="2600" dirty="0"/>
              <a:t>OTP Verification</a:t>
            </a:r>
          </a:p>
          <a:p>
            <a:pPr marL="792900" lvl="1" indent="-342900"/>
            <a:r>
              <a:rPr lang="en-IN" sz="2200" dirty="0"/>
              <a:t>One-time use</a:t>
            </a:r>
          </a:p>
          <a:p>
            <a:pPr marL="792900" lvl="1" indent="-342900"/>
            <a:r>
              <a:rPr lang="en-IN" sz="2200" dirty="0"/>
              <a:t>Time-bound (expiry)</a:t>
            </a:r>
          </a:p>
          <a:p>
            <a:pPr marL="450000" lvl="1" indent="0">
              <a:buNone/>
            </a:pPr>
            <a:endParaRPr lang="en-IN" sz="2200" dirty="0"/>
          </a:p>
          <a:p>
            <a:pPr marL="72900" indent="0">
              <a:buNone/>
            </a:pPr>
            <a:r>
              <a:rPr lang="en-IN" sz="2600" dirty="0"/>
              <a:t>Multi-level protection</a:t>
            </a:r>
          </a:p>
          <a:p>
            <a:pPr marL="792900" lvl="1" indent="-342900"/>
            <a:r>
              <a:rPr lang="en-IN" sz="2200" dirty="0"/>
              <a:t>Master password + OTP</a:t>
            </a:r>
          </a:p>
        </p:txBody>
      </p:sp>
    </p:spTree>
    <p:extLst>
      <p:ext uri="{BB962C8B-B14F-4D97-AF65-F5344CB8AC3E}">
        <p14:creationId xmlns:p14="http://schemas.microsoft.com/office/powerpoint/2010/main" val="189515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7C71A-DB77-5108-FA99-52AF1FFF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7911831-8BA8-8B65-46E2-1C23716EC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D3269-F4A8-9CC5-20E9-07290033F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969EDD1-8616-926E-7127-DA3FE5479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20DCB-1AFC-4493-B65B-94833EF0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Password Recovery Flow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1DC1A61-1DA3-588E-6FE3-5BF93B94E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781" y="1655065"/>
            <a:ext cx="4403596" cy="4581144"/>
          </a:xfrm>
        </p:spPr>
        <p:txBody>
          <a:bodyPr anchor="t">
            <a:normAutofit/>
          </a:bodyPr>
          <a:lstStyle/>
          <a:p>
            <a:r>
              <a:rPr lang="en-IN" sz="2400" dirty="0"/>
              <a:t>User selects </a:t>
            </a:r>
            <a:r>
              <a:rPr lang="en-IN" sz="2400" b="1" dirty="0"/>
              <a:t>Forgot Password</a:t>
            </a:r>
          </a:p>
          <a:p>
            <a:r>
              <a:rPr lang="en-IN" sz="2400" dirty="0"/>
              <a:t>Enters registered email</a:t>
            </a:r>
          </a:p>
          <a:p>
            <a:r>
              <a:rPr lang="en-IN" sz="2400" dirty="0"/>
              <a:t>Answers security questions</a:t>
            </a:r>
          </a:p>
          <a:p>
            <a:r>
              <a:rPr lang="en-US" sz="2400" dirty="0"/>
              <a:t>Answers are validated</a:t>
            </a:r>
          </a:p>
          <a:p>
            <a:r>
              <a:rPr lang="en-US" sz="2400" dirty="0"/>
              <a:t>New master password is updated</a:t>
            </a:r>
          </a:p>
          <a:p>
            <a:pPr marL="36900" indent="0">
              <a:buNone/>
            </a:pP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048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21181-79C6-F523-FEFD-B69FE981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8663200-881C-ACE7-A137-823CE77F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7C88C6-D8F5-7F40-B256-0C609724F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F5FDA15-0F9A-8F8C-C44D-EC5D55501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B4CF6-6EDC-9207-BCD1-0278E2FD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3200" b="1" dirty="0"/>
              <a:t>Key Features Demonstration Flow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3D311FB-4B25-2A76-3963-0848C194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344169"/>
            <a:ext cx="4403596" cy="4937760"/>
          </a:xfrm>
        </p:spPr>
        <p:txBody>
          <a:bodyPr anchor="t">
            <a:normAutofit/>
          </a:bodyPr>
          <a:lstStyle/>
          <a:p>
            <a:r>
              <a:rPr lang="en-IN" sz="2400" dirty="0"/>
              <a:t>Register user</a:t>
            </a:r>
          </a:p>
          <a:p>
            <a:r>
              <a:rPr lang="en-IN" sz="2400" dirty="0"/>
              <a:t>Login with master password</a:t>
            </a:r>
          </a:p>
          <a:p>
            <a:r>
              <a:rPr lang="en-IN" sz="2400" dirty="0"/>
              <a:t>Add account passwords</a:t>
            </a:r>
          </a:p>
          <a:p>
            <a:r>
              <a:rPr lang="en-IN" sz="2400" dirty="0"/>
              <a:t>View password using OTP</a:t>
            </a:r>
          </a:p>
          <a:p>
            <a:r>
              <a:rPr lang="en-IN" sz="2400" dirty="0"/>
              <a:t>Update/Delete passwords</a:t>
            </a:r>
          </a:p>
          <a:p>
            <a:r>
              <a:rPr lang="en-IN" sz="2400" dirty="0"/>
              <a:t>Search account passwords</a:t>
            </a:r>
          </a:p>
          <a:p>
            <a:r>
              <a:rPr lang="en-IN" sz="2400" dirty="0"/>
              <a:t>Change master password</a:t>
            </a:r>
          </a:p>
          <a:p>
            <a:r>
              <a:rPr lang="en-US" sz="2400" dirty="0"/>
              <a:t>Recover password using security questions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591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48153-44E5-4BA7-80F3-6410AA86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0400826-FE0C-A3BF-3272-83FCAC889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9D4A4-25B0-96DB-06CF-AC650334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AE4BDEE-6705-332A-EF9C-8217AD130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943336-14B3-C28C-7080-620B06A0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Advantages of the System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2A80383-8D11-EDC6-88DE-6C1FE5CB5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792225"/>
            <a:ext cx="4403596" cy="3529583"/>
          </a:xfrm>
        </p:spPr>
        <p:txBody>
          <a:bodyPr anchor="t">
            <a:normAutofit/>
          </a:bodyPr>
          <a:lstStyle/>
          <a:p>
            <a:r>
              <a:rPr lang="en-IN" sz="2400" dirty="0"/>
              <a:t>Secure password storage</a:t>
            </a:r>
          </a:p>
          <a:p>
            <a:r>
              <a:rPr lang="en-IN" sz="2400" dirty="0"/>
              <a:t>OTP-based sensitive access</a:t>
            </a:r>
          </a:p>
          <a:p>
            <a:r>
              <a:rPr lang="en-IN" sz="2400" dirty="0"/>
              <a:t>Database persistence</a:t>
            </a:r>
          </a:p>
          <a:p>
            <a:r>
              <a:rPr lang="en-IN" sz="2400" dirty="0"/>
              <a:t>Modular &amp; scalable design</a:t>
            </a:r>
          </a:p>
          <a:p>
            <a:r>
              <a:rPr lang="en-IN" sz="2400" dirty="0"/>
              <a:t>Clean architecture</a:t>
            </a:r>
          </a:p>
          <a:p>
            <a:pPr marL="369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368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7EF97-BA3C-1C6C-16C3-035FA708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926C8753-DF71-D6DC-6746-5A6AC234D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2A95A-80CF-38AC-E198-0CF50CCC6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79B3172-BD00-7A61-7A83-2226D2DA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789016-A9C7-EB2E-2A71-44813E64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731520"/>
            <a:ext cx="4953558" cy="804671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Unit Testing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230093A-1057-6615-64D6-F867B79A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792225"/>
            <a:ext cx="4403596" cy="3529583"/>
          </a:xfrm>
        </p:spPr>
        <p:txBody>
          <a:bodyPr anchor="t">
            <a:normAutofit/>
          </a:bodyPr>
          <a:lstStyle/>
          <a:p>
            <a:r>
              <a:rPr lang="en-US" sz="2400" dirty="0"/>
              <a:t>Unit testing implemented using </a:t>
            </a:r>
            <a:r>
              <a:rPr lang="en-US" sz="2400" b="1" dirty="0"/>
              <a:t>Junit4</a:t>
            </a:r>
          </a:p>
          <a:p>
            <a:r>
              <a:rPr lang="en-US" sz="2400" b="1" dirty="0"/>
              <a:t>Mockito</a:t>
            </a:r>
            <a:r>
              <a:rPr lang="en-US" sz="2400" dirty="0"/>
              <a:t> used to mock DAO layer</a:t>
            </a:r>
          </a:p>
          <a:p>
            <a:r>
              <a:rPr lang="en-IN" sz="2400" dirty="0"/>
              <a:t>Ensures business logic correctness</a:t>
            </a:r>
          </a:p>
          <a:p>
            <a:r>
              <a:rPr lang="en-US" sz="2400" dirty="0"/>
              <a:t>Focused on </a:t>
            </a:r>
            <a:r>
              <a:rPr lang="en-US" sz="2400" b="1" dirty="0"/>
              <a:t>Service layer testing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0331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ACDDC-D13F-2F6C-5136-46E6DF88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7156684-77EB-4712-EFB7-74BD7C724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16B3A-9F8A-0457-7E00-4542DE1A6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A321EF1-1353-AC00-3E16-F7DB75035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85864-B288-4965-614D-B301C6FD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731520"/>
            <a:ext cx="4953558" cy="804671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Unit Testing– Coverage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FC19C5A-C8FA-86C5-7DE4-6DC83346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792225"/>
            <a:ext cx="4403596" cy="3529583"/>
          </a:xfrm>
        </p:spPr>
        <p:txBody>
          <a:bodyPr anchor="t">
            <a:normAutofit/>
          </a:bodyPr>
          <a:lstStyle/>
          <a:p>
            <a:r>
              <a:rPr lang="en-IN" sz="2400" dirty="0"/>
              <a:t>User Service</a:t>
            </a:r>
          </a:p>
          <a:p>
            <a:r>
              <a:rPr lang="en-IN" sz="2400" dirty="0"/>
              <a:t>Password Service</a:t>
            </a:r>
          </a:p>
          <a:p>
            <a:r>
              <a:rPr lang="en-IN" sz="2400" dirty="0"/>
              <a:t>Security Question Service</a:t>
            </a:r>
          </a:p>
          <a:p>
            <a:r>
              <a:rPr lang="en-IN" sz="2400" dirty="0"/>
              <a:t>OTP Service</a:t>
            </a:r>
          </a:p>
          <a:p>
            <a:r>
              <a:rPr lang="en-US" sz="2400" dirty="0"/>
              <a:t>DAO layer mocked using Mockito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6458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5F46E-0842-16CB-9D3C-29F96B15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95A872E-6DB9-2499-EB27-9C718587D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675F5-C750-0939-76B3-6AA984087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FAA519A-C7ED-7573-AC40-F34AEE3A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48919-C9BD-B014-3C0A-DFB5A445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731520"/>
            <a:ext cx="4953558" cy="804671"/>
          </a:xfrm>
        </p:spPr>
        <p:txBody>
          <a:bodyPr anchor="b">
            <a:normAutofit/>
          </a:bodyPr>
          <a:lstStyle/>
          <a:p>
            <a:pPr algn="l"/>
            <a:r>
              <a:rPr lang="en-IN" sz="3200" b="1" dirty="0"/>
              <a:t>Logging – SLF4J &amp; Log4j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29D6186-FB20-D66E-44E3-C5F2E8A98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792225"/>
            <a:ext cx="4403596" cy="3529583"/>
          </a:xfrm>
        </p:spPr>
        <p:txBody>
          <a:bodyPr anchor="t">
            <a:normAutofit/>
          </a:bodyPr>
          <a:lstStyle/>
          <a:p>
            <a:r>
              <a:rPr lang="en-IN" sz="2400" dirty="0"/>
              <a:t>Logging implemented using </a:t>
            </a:r>
            <a:r>
              <a:rPr lang="en-IN" sz="2400" b="1" dirty="0"/>
              <a:t>SLF4J</a:t>
            </a:r>
          </a:p>
          <a:p>
            <a:r>
              <a:rPr lang="en-US" sz="2400" b="1" dirty="0"/>
              <a:t>reload4j</a:t>
            </a:r>
            <a:r>
              <a:rPr lang="en-US" sz="2400" dirty="0"/>
              <a:t> used as Log4j backend</a:t>
            </a:r>
          </a:p>
          <a:p>
            <a:r>
              <a:rPr lang="en-IN" sz="2400" dirty="0"/>
              <a:t>Logs written to: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200" dirty="0"/>
              <a:t>Console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200" dirty="0"/>
              <a:t>Rolling log file</a:t>
            </a:r>
          </a:p>
        </p:txBody>
      </p:sp>
    </p:spTree>
    <p:extLst>
      <p:ext uri="{BB962C8B-B14F-4D97-AF65-F5344CB8AC3E}">
        <p14:creationId xmlns:p14="http://schemas.microsoft.com/office/powerpoint/2010/main" val="71616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B5797-81D5-D9F8-522D-92C0E233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9BE6E1D-D5B1-C7B0-CBBC-8B387056C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54695-BDED-89AC-118A-C47D39B54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8CA8D7F-FA78-A69A-8791-9A706D307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21BD34-5F4C-4843-BEDF-A9D815D8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101" y="493778"/>
            <a:ext cx="4825244" cy="96926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3200" b="1" dirty="0"/>
              <a:t>Logging – Security &amp; Configuration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A1F0ACD-E8E6-3F8B-AE92-98119F77F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792225"/>
            <a:ext cx="4403596" cy="3529583"/>
          </a:xfrm>
        </p:spPr>
        <p:txBody>
          <a:bodyPr anchor="t">
            <a:normAutofit/>
          </a:bodyPr>
          <a:lstStyle/>
          <a:p>
            <a:r>
              <a:rPr lang="en-US" sz="2400" dirty="0"/>
              <a:t>Logging configured using </a:t>
            </a:r>
            <a:r>
              <a:rPr lang="en-US" dirty="0"/>
              <a:t>log4j.properties</a:t>
            </a:r>
          </a:p>
          <a:p>
            <a:r>
              <a:rPr lang="en-IN" sz="2400" dirty="0"/>
              <a:t>Logs stored in </a:t>
            </a:r>
            <a:r>
              <a:rPr lang="en-IN" dirty="0"/>
              <a:t>logs/revpm.log</a:t>
            </a:r>
          </a:p>
          <a:p>
            <a:r>
              <a:rPr lang="en-IN" sz="2400" dirty="0"/>
              <a:t>Sensitive data NOT logged:</a:t>
            </a:r>
            <a:endParaRPr lang="en-IN" sz="22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Passwords</a:t>
            </a:r>
            <a:endParaRPr lang="en-IN" sz="22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200" dirty="0"/>
              <a:t>OTP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Security answers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74668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9B357-6795-9874-9738-E14B2613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8A11387-020E-FCF4-03DE-85F500BF6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488E0-3128-8FF1-BDA9-189D745EC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BD865DA-D9E9-5FA3-4580-725111FF6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EAEFF4-845C-E10B-DE4A-555E0B44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733" y="406569"/>
            <a:ext cx="4953558" cy="74980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3200" b="1" dirty="0"/>
              <a:t>Conclusion &amp; Future Enhancements</a:t>
            </a:r>
            <a:endParaRPr lang="en-US" sz="32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98FCAD2-F444-D6C5-7EAF-2FA08454B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925" y="1562945"/>
            <a:ext cx="4403596" cy="4746415"/>
          </a:xfrm>
        </p:spPr>
        <p:txBody>
          <a:bodyPr anchor="t">
            <a:normAutofit fontScale="92500" lnSpcReduction="20000"/>
          </a:bodyPr>
          <a:lstStyle/>
          <a:p>
            <a:pPr marL="36900" indent="0">
              <a:buNone/>
            </a:pPr>
            <a:r>
              <a:rPr lang="en-US" sz="2400" b="1" dirty="0"/>
              <a:t>Conclusion:</a:t>
            </a:r>
            <a:br>
              <a:rPr lang="en-US" sz="2400" dirty="0"/>
            </a:br>
            <a:r>
              <a:rPr lang="en-US" sz="2400" dirty="0"/>
              <a:t>Rev Password Manager provides a secure and efficient solution for managing sensitive credentials.</a:t>
            </a:r>
          </a:p>
          <a:p>
            <a:pPr marL="36900" indent="0">
              <a:buNone/>
            </a:pPr>
            <a:endParaRPr lang="en-US" sz="2400" dirty="0"/>
          </a:p>
          <a:p>
            <a:pPr marL="36900" indent="0">
              <a:buNone/>
            </a:pPr>
            <a:r>
              <a:rPr lang="en-US" sz="2400" b="1" dirty="0"/>
              <a:t>Future Enhancements:</a:t>
            </a:r>
            <a:endParaRPr lang="en-US" sz="2400" dirty="0"/>
          </a:p>
          <a:p>
            <a:r>
              <a:rPr lang="en-US" sz="2400" dirty="0"/>
              <a:t>UI / Web interface</a:t>
            </a:r>
          </a:p>
          <a:p>
            <a:r>
              <a:rPr lang="en-US" sz="2400" dirty="0"/>
              <a:t>Email-based OTP</a:t>
            </a:r>
          </a:p>
          <a:p>
            <a:r>
              <a:rPr lang="en-IN" sz="2400" dirty="0"/>
              <a:t>Encrypt and Decrypt Passwords</a:t>
            </a:r>
            <a:endParaRPr lang="en-US" sz="2400" dirty="0"/>
          </a:p>
          <a:p>
            <a:r>
              <a:rPr lang="en-US" sz="2400" dirty="0"/>
              <a:t>Password strength analytics</a:t>
            </a:r>
          </a:p>
          <a:p>
            <a:r>
              <a:rPr lang="en-US" sz="2400" dirty="0"/>
              <a:t>Cloud deployment</a:t>
            </a:r>
          </a:p>
          <a:p>
            <a:pPr marL="369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9575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644E-96BD-41CE-4656-FC6041AF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43" y="2800350"/>
            <a:ext cx="10353762" cy="12573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854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{5736251E-9330-44C6-813F-A6E341CEC87D}TFe742eee6-54b3-45e8-a03d-f3d997f9b6caf6c338c2_win32-3734725ae7e2</Template>
  <TotalTime>92</TotalTime>
  <Words>530</Words>
  <Application>Microsoft Office PowerPoint</Application>
  <PresentationFormat>Widescreen</PresentationFormat>
  <Paragraphs>140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Goudy Old Style</vt:lpstr>
      <vt:lpstr>Wingdings</vt:lpstr>
      <vt:lpstr>Wingdings 2</vt:lpstr>
      <vt:lpstr>SlateVTI</vt:lpstr>
      <vt:lpstr>Revature  Password Manager Secure Console-Based Password Management System</vt:lpstr>
      <vt:lpstr>Project Overview </vt:lpstr>
      <vt:lpstr>Problem Statement </vt:lpstr>
      <vt:lpstr>Core Functional Requirements </vt:lpstr>
      <vt:lpstr>Technologies Used</vt:lpstr>
      <vt:lpstr>Application Architecture</vt:lpstr>
      <vt:lpstr>Database Design (ER Overview)</vt:lpstr>
      <vt:lpstr>Security Implementation</vt:lpstr>
      <vt:lpstr>Password Recovery Flow</vt:lpstr>
      <vt:lpstr>Key Features Demonstration Flow</vt:lpstr>
      <vt:lpstr>Advantages of the System</vt:lpstr>
      <vt:lpstr>Unit Testing</vt:lpstr>
      <vt:lpstr>Unit Testing– Coverage</vt:lpstr>
      <vt:lpstr>Logging – SLF4J &amp; Log4j</vt:lpstr>
      <vt:lpstr>Logging – Security &amp; Configuration</vt:lpstr>
      <vt:lpstr>Conclusion &amp; 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vayala sai kumar</dc:creator>
  <cp:lastModifiedBy>vayala sai kumar</cp:lastModifiedBy>
  <cp:revision>1</cp:revision>
  <dcterms:created xsi:type="dcterms:W3CDTF">2026-01-23T04:10:15Z</dcterms:created>
  <dcterms:modified xsi:type="dcterms:W3CDTF">2026-01-28T21:03:37Z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